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0F3D4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3474720" cy="3474720"/>
          </a:xfrm>
          <a:prstGeom prst="ellipse">
            <a:avLst/>
          </a:prstGeom>
          <a:ln w="28575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28600"/>
            <a:ext cx="1737360" cy="1737360"/>
          </a:xfrm>
          <a:prstGeom prst="ellipse">
            <a:avLst/>
          </a:prstGeom>
          <a:ln w="28575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50040" y="1417320"/>
            <a:ext cx="0" cy="685800"/>
          </a:xfrm>
          <a:prstGeom prst="line">
            <a:avLst/>
          </a:prstGeom>
          <a:noFill/>
          <a:ln w="571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 —  III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Search and Recommendation System for Shopping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Product Search Engine Using Advanced String Matching and Dynamic Programming Algorithms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526280"/>
            <a:ext cx="7955280" cy="1600200"/>
          </a:xfrm>
          <a:prstGeom prst="roundRect">
            <a:avLst>
              <a:gd name="adj" fmla="val 5714"/>
            </a:avLst>
          </a:prstGeom>
          <a:solidFill>
            <a:srgbClr val="0F3D4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45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956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Himabindu Sree</a:t>
            </a:r>
            <a:pPr indent="0" marL="0">
              <a:buNone/>
            </a:pPr>
            <a:r>
              <a:rPr lang="en-US" sz="14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(2520030484)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266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Poojitha</a:t>
            </a:r>
            <a:pPr indent="0" marL="0">
              <a:buNone/>
            </a:pPr>
            <a:r>
              <a:rPr lang="en-US" sz="14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(2520030541)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5943600"/>
            <a:ext cx="0" cy="0"/>
          </a:xfrm>
          <a:prstGeom prst="line">
            <a:avLst/>
          </a:prstGeom>
          <a:noFill/>
          <a:ln w="12700">
            <a:solidFill>
              <a:srgbClr val="1E4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4645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490118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III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(Advanced Algorithms)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5504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5760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conventional keyword search falls short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 search systems mostly rely on exact or simple keyword matching, so they perform poorly the moment a user misspells, truncates, or reorders a query.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3088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or misspelled queries return zero results.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3088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Terms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“Galaxy” map to many unrelated products.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pt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3088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Synonymous Queries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6760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phrasings for the same product aren't linked.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ppt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3205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846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5166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learn why a result was shown.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39776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4" descr="/home/claude/ppt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43205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846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 Algorithm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5166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technique is used for every query type.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39776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D9E9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6676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5" descr="/home/claude/ppt/refre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3205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4846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Recovery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66760" y="5166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fail outright when an exact match misses.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challenge, one purpose-built technique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solidFill>
            <a:srgbClr val="0A2E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80760" y="146304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USED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498348"/>
          </a:xfrm>
          <a:prstGeom prst="rect">
            <a:avLst/>
          </a:prstGeom>
          <a:solidFill>
            <a:srgbClr val="F4FAF9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Pattern Matching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920240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Knuth-Morris-Pratt (KMP)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8588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18588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String Matching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418588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11064240" cy="498348"/>
          </a:xfrm>
          <a:prstGeom prst="rect">
            <a:avLst/>
          </a:prstGeom>
          <a:solidFill>
            <a:srgbClr val="F4FAF9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Handling &amp; Similarity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916936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Edit Distance (DP)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15284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15284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Suggestions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415284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11064240" cy="498348"/>
          </a:xfrm>
          <a:prstGeom prst="rect">
            <a:avLst/>
          </a:prstGeom>
          <a:solidFill>
            <a:srgbClr val="F4FAF9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13632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Algorithm Selection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913632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Analysis + Decision Logic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11980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11980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Recovery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4411980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Search Pipeline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10328"/>
            <a:ext cx="11064240" cy="498348"/>
          </a:xfrm>
          <a:prstGeom prst="rect">
            <a:avLst/>
          </a:prstGeom>
          <a:solidFill>
            <a:srgbClr val="F4FAF9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10328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Ranking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4910328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(Heap)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08676"/>
            <a:ext cx="11064240" cy="4983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9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08676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Storage &amp; Lookup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80760" y="5408676"/>
            <a:ext cx="52578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functionalities of the search engine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72364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Query Analyzer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20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query as exact, misspelled, partial, ambiguous, or multi-attribute, then routes it to the right path.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6184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24" y="172364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Engine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95160" y="1920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/ Rabin-Karp for exact matches, Levenshtein for typos, Trie for prefixes.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291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3969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552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Search Recovery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59359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exact → partial → edit distance → category/brand expansion on failure.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090672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3368" y="3291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339699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2552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Ranking Engine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95160" y="359359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Priority-Queue ranking with match reasons and a confidence score per result.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AF9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9651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ppt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070348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9286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 Suggestions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371600" y="5266944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Trie-based suggestions surface as the user types.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4764024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A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373368" y="49651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ppt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5070348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49286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Product Recommendations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95160" y="5266944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by string / token similarity, not just category or brand.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8059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317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18541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41732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3639312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18059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3317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Dev Tools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017520"/>
            <a:ext cx="218541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/ IntelliJ IDEA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3952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18059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317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73952" y="3017520"/>
            <a:ext cx="218541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(Heap)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41732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0A2E33"/>
          </a:solidFill>
          <a:ln/>
        </p:spPr>
      </p:sp>
      <p:sp>
        <p:nvSpPr>
          <p:cNvPr id="20" name="Shape 15"/>
          <p:cNvSpPr/>
          <p:nvPr/>
        </p:nvSpPr>
        <p:spPr>
          <a:xfrm>
            <a:off x="9308592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ppt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18059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23317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08592" y="3017520"/>
            <a:ext cx="218541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Knuth-Morris-Pratt (KMP)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Edit Distance (DP)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/ Quick Sort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120640" cy="5120640"/>
          </a:xfrm>
          <a:prstGeom prst="ellipse">
            <a:avLst/>
          </a:prstGeom>
          <a:solidFill>
            <a:srgbClr val="0F3D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conventional search to an adaptive,</a:t>
            </a:r>
            <a:endParaRPr lang="en-US" sz="2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recoverable, explainable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1401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3317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selects the most suitable algorithm for each query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235915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ppt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414016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1112" y="23317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from failed or poor searches through progressive strategies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ppt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07238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29900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spelling mistakes, partial queries, and ambiguous terms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72200" y="30175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3" descr="/home/claude/ppt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307238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1112" y="29900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products using multi-factor relevance scoring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367588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4" descr="/home/claude/ppt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30752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7552" y="36484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reasoning behind every search result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72200" y="367588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5" descr="/home/claude/ppt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730752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11112" y="36484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and compares performance across all algorithms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F3D44"/>
          </a:solidFill>
          <a:ln/>
        </p:spPr>
      </p:sp>
      <p:sp>
        <p:nvSpPr>
          <p:cNvPr id="24" name="Text 16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25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academically strong and resume-worthy demonstration of string algorithms, dynamic programming, trees, and priority queues.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2026-07-31T05:05:38Z</dcterms:created>
  <dcterms:modified xsi:type="dcterms:W3CDTF">2026-07-31T05:05:38Z</dcterms:modified>
</cp:coreProperties>
</file>